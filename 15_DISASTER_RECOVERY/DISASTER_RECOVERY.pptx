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REALESTATE_PRICE_PREDICTION | Category: REAL_ESTATE</a:t>
            </a:r>
          </a:p>
          <a:p>
            <a:r>
              <a:rPr sz="1400"/>
              <a:t>Upstream: https://github.com/mjyplusone/realestate-price-prediction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REALESTATE_PRICE_PREDICTION.</a:t>
            </a:r>
          </a:p>
          <a:p>
            <a:r>
              <a:rPr sz="1400"/>
              <a:t>Property price ML model with sklearn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REALESTATE_PRICE_PREDICTION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